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2027 수능특강 문학: 갈래복합 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허난설헌 &lt;규원가&gt; &amp; 작자 미상 &lt;인현왕후전&gt;</a:t>
            </a:r>
          </a:p>
          <a:p>
            <a:r>
              <a:t>완벽 해부 및 개념 정리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허난설헌 &lt;규원가&gt; 개관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갈래: 내방 가사(규방 가사), 양반 가사</a:t>
            </a:r>
          </a:p>
          <a:p>
            <a:r>
              <a:t>주제: 봉건적 사회 제도 아래 독수공방하는 여성의 한탄과 원망</a:t>
            </a:r>
          </a:p>
          <a:p>
            <a:r>
              <a:t>의의: 현전 가장 오래된 규방 가사</a:t>
            </a:r>
          </a:p>
          <a:p>
            <a:pPr lvl="1"/>
            <a:r>
              <a:t>핵심 감상 포인트:</a:t>
            </a:r>
          </a:p>
          <a:p>
            <a:pPr lvl="2"/>
            <a:r>
              <a:t>과거의 아름다움(설빈화안)과 현재의 초라함(면목가증) 대비</a:t>
            </a:r>
          </a:p>
          <a:p>
            <a:pPr lvl="2"/>
            <a:r>
              <a:t>남편에 대한 원망과 기다림이라는 이중적 태도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&lt;규원가&gt; 주요 내용 (기/승)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▶ 기(起): 과거 회상 및 신세 한탄</a:t>
            </a:r>
          </a:p>
          <a:p>
            <a:pPr lvl="1"/>
            <a:r>
              <a:t>15, 16세 즈음의 눈같이 흰 피부와 고운 얼굴(설빈화안)을 지녔으나</a:t>
            </a:r>
          </a:p>
          <a:p>
            <a:pPr lvl="1"/>
            <a:r>
              <a:t>현재는 너무 늙어 밉살스러운 모습(면목가증)이 되었음을 한탄</a:t>
            </a:r>
          </a:p>
          <a:p>
            <a:pPr lvl="1"/>
            <a:r>
              <a:t>조물(造物)의 시기를 탓하며 부귀다남한 팔자 없음을 슬퍼함</a:t>
            </a:r>
          </a:p>
          <a:p>
            <a:r>
              <a:t>▶ 승(承): 방탕한 남편 원망</a:t>
            </a:r>
          </a:p>
          <a:p>
            <a:pPr lvl="1"/>
            <a:r>
              <a:t>장안 유협 경박자(호탕하고 경박한 무리들)와 어울리는 남편</a:t>
            </a:r>
          </a:p>
          <a:p>
            <a:pPr lvl="1"/>
            <a:r>
              <a:t>새 기생집(야유원)이 생겼는지 백마금편으로 나간 뒤 소식이 끊김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&lt;규원가&gt; 주요 내용 (전/결)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▶ 전(轉): 독수공방의 애달픔</a:t>
            </a:r>
          </a:p>
          <a:p>
            <a:pPr lvl="1"/>
            <a:r>
              <a:t>초가집에 떨어지는 비와 잎 지는 소리, 실솔(귀뚜라미) 우는 소리에 시름 고조</a:t>
            </a:r>
          </a:p>
          <a:p>
            <a:pPr lvl="1"/>
            <a:r>
              <a:t>거문고(녹기금)를 타며 외로움을 달래나 구곡간장이 끊어짐</a:t>
            </a:r>
          </a:p>
          <a:p>
            <a:r>
              <a:t>▶ 결(結): 기구한 수명 체념</a:t>
            </a:r>
          </a:p>
          <a:p>
            <a:pPr lvl="1"/>
            <a:r>
              <a:t>약수(장애물) 탓에 소식조차 없음</a:t>
            </a:r>
          </a:p>
          <a:p>
            <a:pPr lvl="1"/>
            <a:r>
              <a:t>차라리 죽어 오랜 뒤의 학(화표천년의 별학)이 되어 만나볼까 체념함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&lt;규원가&gt; 핵심 개념: 감정이입 vs 객관적 상관물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감정이입 (Empathy)</a:t>
            </a:r>
          </a:p>
          <a:p>
            <a:pPr lvl="1"/>
            <a:r>
              <a:t>대상에 화자의 감정을 투영하여 대상이 화자와 똑같이 느끼는 것처럼 묘사</a:t>
            </a:r>
          </a:p>
          <a:p>
            <a:pPr lvl="2">
              <a:defRPr>
                <a:solidFill>
                  <a:srgbClr val="C00000"/>
                </a:solidFill>
              </a:defRPr>
            </a:pPr>
            <a:r>
              <a:t>적용: 실솔 (귀뚜라미) - 화자의 슬픔이 '우는 귀뚜라미'로 투영됨</a:t>
            </a:r>
          </a:p>
          <a:p>
            <a:r>
              <a:t>✅ 객관적 상관물 (Objective Correlative)</a:t>
            </a:r>
          </a:p>
          <a:p>
            <a:pPr lvl="1"/>
            <a:r>
              <a:t>감정을 환기하는 모든 구체적 사물로, 감정이입까지 포함하는 더 큰 개념</a:t>
            </a:r>
          </a:p>
          <a:p>
            <a:pPr lvl="2">
              <a:defRPr>
                <a:solidFill>
                  <a:srgbClr val="C00000"/>
                </a:solidFill>
              </a:defRPr>
            </a:pPr>
            <a:r>
              <a:t>적용: 녹기금 (거문고) - 우는 대상이 아닌, 슬픔을 달래기 위해 연주하는 도구/매개체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작자 미상 &lt;인현왕후전&gt; 개관 및 배경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갈래: 국문 소설, 역사 소설</a:t>
            </a:r>
          </a:p>
          <a:p>
            <a:r>
              <a:t>주제: 인현왕후의 고결한 덕성과 시련극복, 사필귀정</a:t>
            </a:r>
          </a:p>
          <a:p>
            <a:r>
              <a:t>배경: 조선 후기 숙종 대(기사환국, 갑술환국)</a:t>
            </a:r>
          </a:p>
          <a:p>
            <a:r>
              <a:t>의의: 한중록, 계축일기와 더불어 조선 시대 3대 궁중 문학</a:t>
            </a:r>
          </a:p>
          <a:p>
            <a:pPr lvl="1"/>
            <a:r>
              <a:t>핵심 감상 포인트:</a:t>
            </a:r>
          </a:p>
          <a:p>
            <a:pPr lvl="2"/>
            <a:r>
              <a:t>유교적 덕목(투기 금지, 순종, 인내)을 보여주는 절대적 선(善)의 형상화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&lt;인현왕후전&gt; 전체 줄거리 맥락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▶ 발단: 15세의 인현왕후가 계비가 되나 아들을 낳지 못함</a:t>
            </a:r>
          </a:p>
          <a:p>
            <a:r>
              <a:t>▶ 전개: 숙종이 입궁시킨 장희빈이 아들(경종)을 낳고 인현왕후를 음해하기 시작함</a:t>
            </a:r>
          </a:p>
          <a:p>
            <a:r>
              <a:t>▶ 위기(본문): 장희빈의 모함으로 이성을 잃은 숙종이 인현왕후를 서인으로 폐위시킴 (기사환국)</a:t>
            </a:r>
          </a:p>
          <a:p>
            <a:pPr lvl="1"/>
            <a:r>
              <a:t>그러나 인현왕후는 원망 없이 유교적 도리를 지키며 인고함</a:t>
            </a:r>
          </a:p>
          <a:p>
            <a:pPr/>
            <a:r>
              <a:t>▶ 절정/결말: 장희빈의 한없는 교만과 악행</a:t>
            </a:r>
          </a:p>
          <a:p>
            <a:pPr lvl="1"/>
            <a:r>
              <a:t>숙종이 깨닫고 인현왕후를 복위시킴(갑술환국). 이후 장씨는 사약을 받아 사필귀정 실현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인물 간 대립과 유교적 윤리관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💡 전형적 인물을 내세워 권선징악 옹호</a:t>
            </a:r>
          </a:p>
          <a:p>
            <a:r>
              <a:t>인현왕후 (절대적 선)</a:t>
            </a:r>
          </a:p>
          <a:p>
            <a:pPr lvl="1"/>
            <a:r>
              <a:t>억울한 폐위 처분에도 저항하지 않음</a:t>
            </a:r>
          </a:p>
          <a:p>
            <a:pPr lvl="1"/>
            <a:r>
              <a:t>군주에 대한 끝없는 부덕(婦德)과 순종</a:t>
            </a:r>
          </a:p>
          <a:p>
            <a:pPr/>
            <a:r>
              <a:t>장희빈 (절대적 악)</a:t>
            </a:r>
          </a:p>
          <a:p>
            <a:pPr lvl="1"/>
            <a:r>
              <a:t>전통적 가부장제에서 가장 금기시하는 '투기(질투)'와 참소의 화신</a:t>
            </a:r>
          </a:p>
          <a:p>
            <a:pPr/>
            <a:r>
              <a:t>숙종 (절대적 권력자)</a:t>
            </a:r>
          </a:p>
          <a:p>
            <a:pPr lvl="1"/>
            <a:r>
              <a:t>모함에 눈이 멀지만, 국왕이므로 직접적이고 강력한 비판에서는 벗어남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필수 개념: 서술자의 개입(편집자적 논평)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정의: 전지적 작가 시점 아래에서 서술자가 사건 중간에 나서 인물이나 상황에 대한 감정과 평가를 직접 표출하는 것</a:t>
            </a:r>
          </a:p>
          <a:p>
            <a:r>
              <a:t>본문 예시:</a:t>
            </a:r>
          </a:p>
          <a:p>
            <a:pPr lvl="1"/>
            <a:r>
              <a:t>"어찌 가련치 아니하리오. 만물도 슬퍼하고 하늘도 감동했다 함이 어찌 빈말이리오."</a:t>
            </a:r>
          </a:p>
          <a:p>
            <a:r>
              <a:t>효과:</a:t>
            </a:r>
          </a:p>
          <a:p>
            <a:pPr lvl="1"/>
            <a:r>
              <a:t>서술자가 인현왕후를 편애하여</a:t>
            </a:r>
          </a:p>
          <a:p>
            <a:pPr lvl="1"/>
            <a:r>
              <a:t>독자들이 서술자의 짙은 감정에 동화되게 만듦</a:t>
            </a:r>
          </a:p>
          <a:p>
            <a:pPr lvl="1"/>
            <a:r>
              <a:t>자연스레 인현왕후에 동정하고 장희빈을 비판하게 유도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